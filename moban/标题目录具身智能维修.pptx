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49650" initials="4" lastIdx="0" clrIdx="0"/>
  <p:cmAuthor id="2" name="tonydong" initials="t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5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5.xml"/><Relationship Id="rId7" Type="http://schemas.openxmlformats.org/officeDocument/2006/relationships/image" Target="../media/image3.png"/><Relationship Id="rId6" Type="http://schemas.openxmlformats.org/officeDocument/2006/relationships/image" Target="../media/image2.png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6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49785" cy="6858000"/>
          </a:xfrm>
          <a:prstGeom prst="rect">
            <a:avLst/>
          </a:prstGeom>
        </p:spPr>
      </p:pic>
      <p:cxnSp>
        <p:nvCxnSpPr>
          <p:cNvPr id="4" name="直接连接符 3"/>
          <p:cNvCxnSpPr/>
          <p:nvPr>
            <p:custDataLst>
              <p:tags r:id="rId2"/>
            </p:custDataLst>
          </p:nvPr>
        </p:nvCxnSpPr>
        <p:spPr>
          <a:xfrm>
            <a:off x="767980" y="3717880"/>
            <a:ext cx="9265368" cy="0"/>
          </a:xfrm>
          <a:prstGeom prst="line">
            <a:avLst/>
          </a:prstGeom>
          <a:ln>
            <a:gradFill>
              <a:gsLst>
                <a:gs pos="0">
                  <a:schemeClr val="bg1"/>
                </a:gs>
                <a:gs pos="100000">
                  <a:srgbClr val="5B9BD5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624205" y="5729813"/>
            <a:ext cx="40317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广东图灵智新技术有限公司</a:t>
            </a:r>
            <a:endParaRPr kumimoji="0" lang="zh-CN" altLang="en-US" sz="22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624205" y="6145223"/>
            <a:ext cx="39597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Guangdong T</a:t>
            </a:r>
            <a:r>
              <a:rPr kumimoji="1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uringInno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 Tech Co., Ltd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7392000" y="184516"/>
            <a:ext cx="2870200" cy="673100"/>
            <a:chOff x="10465" y="243"/>
            <a:chExt cx="4832" cy="1204"/>
          </a:xfrm>
        </p:grpSpPr>
        <p:pic>
          <p:nvPicPr>
            <p:cNvPr id="8" name="图片 7" descr="白色LOGO透明底色（新）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rcRect t="20128" b="20471"/>
            <a:stretch>
              <a:fillRect/>
            </a:stretch>
          </p:blipFill>
          <p:spPr>
            <a:xfrm>
              <a:off x="10465" y="243"/>
              <a:ext cx="2705" cy="1205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227" y="270"/>
              <a:ext cx="2071" cy="967"/>
            </a:xfrm>
            <a:prstGeom prst="rect">
              <a:avLst/>
            </a:prstGeom>
          </p:spPr>
        </p:pic>
      </p:grp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626778" y="2725891"/>
            <a:ext cx="101831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建议方案</a:t>
            </a:r>
            <a:endParaRPr kumimoji="0" lang="zh-CN" altLang="en-US" sz="4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11" name="图片 10" descr="文本  描述已自动生成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0000" y="275101"/>
            <a:ext cx="1356719" cy="389622"/>
          </a:xfrm>
          <a:prstGeom prst="rect">
            <a:avLst/>
          </a:prstGeom>
        </p:spPr>
      </p:pic>
      <p:sp>
        <p:nvSpPr>
          <p:cNvPr id="13" name="Watermark"/>
          <p:cNvSpPr txBox="1"/>
          <p:nvPr/>
        </p:nvSpPr>
        <p:spPr>
          <a:xfrm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647152" y="2500515"/>
            <a:ext cx="1513800" cy="365125"/>
          </a:xfrm>
        </p:spPr>
        <p:txBody>
          <a:bodyPr/>
          <a:lstStyle/>
          <a:p>
            <a:fld id="{C54551FF-272A-4B62-AA4C-4A17E4F94828}" type="slidenum">
              <a:rPr lang="zh-CN" altLang="en-US" smtClean="0"/>
            </a:fld>
            <a:endParaRPr lang="zh-CN" altLang="en-US"/>
          </a:p>
        </p:txBody>
      </p:sp>
      <p:sp>
        <p:nvSpPr>
          <p:cNvPr id="5" name="Rectangle 1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059285" y="2493000"/>
            <a:ext cx="7365995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具身智能机器人产业背景及国家政策</a:t>
            </a:r>
            <a:endParaRPr kumimoji="1" lang="zh-CN" altLang="en-US" sz="2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Rectangle 1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271067" y="2492907"/>
            <a:ext cx="517283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1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74935" y="1479507"/>
            <a:ext cx="7365995" cy="576000"/>
          </a:xfrm>
          <a:prstGeom prst="rect">
            <a:avLst/>
          </a:prstGeom>
          <a:solidFill>
            <a:srgbClr val="5DA0F9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图灵智新介绍</a:t>
            </a:r>
            <a:endParaRPr kumimoji="1"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Rectangle 1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286717" y="1479414"/>
            <a:ext cx="517283" cy="576000"/>
          </a:xfrm>
          <a:prstGeom prst="rect">
            <a:avLst/>
          </a:prstGeom>
          <a:solidFill>
            <a:srgbClr val="5DA0F9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Rectangle 12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271067" y="3501490"/>
            <a:ext cx="517283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1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059285" y="3501490"/>
            <a:ext cx="7365995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l"/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机器维修与案例解析</a:t>
            </a:r>
            <a:endParaRPr kumimoji="1" lang="zh-CN" altLang="en-US" sz="2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Rectangle 11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059328" y="4390980"/>
            <a:ext cx="7365995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支撑“具身智能</a:t>
            </a: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建设的配套资源</a:t>
            </a:r>
            <a:endParaRPr kumimoji="1" lang="zh-CN" altLang="en-US" sz="2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Rectangle 12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271110" y="4390887"/>
            <a:ext cx="517283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ags/tag8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ags/tag9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ags/tag10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ags/tag11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ags/tag12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ags/tag13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ags/tag14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</Words>
  <Application>WPS 演示</Application>
  <PresentationFormat>宽屏</PresentationFormat>
  <Paragraphs>28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Arial Unicode MS</vt:lpstr>
      <vt:lpstr>Arial</vt:lpstr>
      <vt:lpstr>微软雅黑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李锦瑶</dc:creator>
  <cp:lastModifiedBy>就这样</cp:lastModifiedBy>
  <cp:revision>5</cp:revision>
  <dcterms:created xsi:type="dcterms:W3CDTF">2023-08-09T12:44:00Z</dcterms:created>
  <dcterms:modified xsi:type="dcterms:W3CDTF">2026-07-25T11:43:07Z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C9113D18DCA14503A6EF49C22D008420_12</vt:lpwstr>
  </property>
</Properties>
</file>