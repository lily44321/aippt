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49650" initials="4" lastIdx="0" clrIdx="0"/>
  <p:cmAuthor id="2" name="tonydong" initials="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49785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>
            <p:custDataLst>
              <p:tags r:id="rId2"/>
            </p:custDataLst>
          </p:nvPr>
        </p:nvCxnSpPr>
        <p:spPr>
          <a:xfrm>
            <a:off x="767980" y="3717880"/>
            <a:ext cx="9265368" cy="0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100000">
                  <a:srgbClr val="5B9BD5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24205" y="5729813"/>
            <a:ext cx="40317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广东图灵智新技术有限公司</a:t>
            </a:r>
            <a:endParaRPr kumimoji="0" lang="zh-CN" altLang="en-US" sz="2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24205" y="6145223"/>
            <a:ext cx="3959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Guangdong T</a:t>
            </a: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uringInno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 Tech Co., Ltd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392000" y="184516"/>
            <a:ext cx="2870200" cy="673100"/>
            <a:chOff x="10465" y="243"/>
            <a:chExt cx="4832" cy="1204"/>
          </a:xfrm>
        </p:grpSpPr>
        <p:pic>
          <p:nvPicPr>
            <p:cNvPr id="8" name="图片 7" descr="白色LOGO透明底色（新）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rcRect t="20128" b="20471"/>
            <a:stretch>
              <a:fillRect/>
            </a:stretch>
          </p:blipFill>
          <p:spPr>
            <a:xfrm>
              <a:off x="10465" y="243"/>
              <a:ext cx="2705" cy="1205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27" y="270"/>
              <a:ext cx="2071" cy="967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26778" y="2725891"/>
            <a:ext cx="10183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建议方案</a:t>
            </a:r>
            <a:endParaRPr kumimoji="0" lang="zh-CN" altLang="en-US" sz="4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11" name="图片 10" descr="文本  描述已自动生成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000" y="275101"/>
            <a:ext cx="1356719" cy="389622"/>
          </a:xfrm>
          <a:prstGeom prst="rect">
            <a:avLst/>
          </a:prstGeom>
        </p:spPr>
      </p:pic>
      <p:sp>
        <p:nvSpPr>
          <p:cNvPr id="13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647152" y="2500515"/>
            <a:ext cx="1513800" cy="365125"/>
          </a:xfrm>
        </p:spPr>
        <p:txBody>
          <a:bodyPr/>
          <a:lstStyle/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1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59285" y="249300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具身智能机器人产业背景及国家政策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Rectangle 1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71067" y="249290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74935" y="1479507"/>
            <a:ext cx="7365995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图灵智新介绍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Rectangle 1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86717" y="1479414"/>
            <a:ext cx="517283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Rectangle 1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271067" y="3501490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59285" y="350149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l"/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具身智能数据采集全流程指南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Rectangle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59328" y="439098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支撑“具身智能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建设的配套资源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Rectangle 1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271110" y="439088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8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9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10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11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12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13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14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WPS 演示</Application>
  <PresentationFormat>宽屏</PresentationFormat>
  <Paragraphs>28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Arial</vt:lpstr>
      <vt:lpstr>微软雅黑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李锦瑶</dc:creator>
  <cp:lastModifiedBy>就这样</cp:lastModifiedBy>
  <cp:revision>5</cp:revision>
  <dcterms:created xsi:type="dcterms:W3CDTF">2023-08-09T12:44:00Z</dcterms:created>
  <dcterms:modified xsi:type="dcterms:W3CDTF">2026-07-25T11:43:05Z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6F6D525758F34C05BEE64BF980DD1B31_12</vt:lpwstr>
  </property>
</Properties>
</file>