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67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68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49785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>
            <a:off x="767980" y="3717880"/>
            <a:ext cx="9265368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rgbClr val="5B9BD5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24205" y="5729813"/>
            <a:ext cx="4031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广东图灵智新技术有限公司</a:t>
            </a:r>
            <a:endParaRPr kumimoji="0" lang="zh-CN" altLang="en-US" sz="2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24205" y="6145223"/>
            <a:ext cx="3959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Guangdong T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uringInno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 Tech Co., Ltd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392000" y="184516"/>
            <a:ext cx="2870200" cy="673100"/>
            <a:chOff x="10465" y="243"/>
            <a:chExt cx="4832" cy="1204"/>
          </a:xfrm>
        </p:grpSpPr>
        <p:pic>
          <p:nvPicPr>
            <p:cNvPr id="8" name="图片 7" descr="白色LOGO透明底色（新）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 t="20128" b="20471"/>
            <a:stretch>
              <a:fillRect/>
            </a:stretch>
          </p:blipFill>
          <p:spPr>
            <a:xfrm>
              <a:off x="10465" y="243"/>
              <a:ext cx="2705" cy="120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27" y="270"/>
              <a:ext cx="2071" cy="967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26778" y="2725891"/>
            <a:ext cx="10183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建议方案</a:t>
            </a:r>
            <a:endParaRPr kumimoji="0" lang="zh-CN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11" name="图片 10" descr="文本  描述已自动生成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000" y="275101"/>
            <a:ext cx="1356719" cy="389622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59285" y="249300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具身智能机器人产业背景及国家政策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Rectangle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1067" y="249290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3074935" y="147950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图灵智新介绍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2286717" y="147941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59285" y="350149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机器人仿真训练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支撑“具身智能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建设的配套资源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45.2448031496064}"/>
</p:tagLst>
</file>

<file path=ppt/tags/tag70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45.2448031496064}"/>
</p:tagLst>
</file>

<file path=ppt/tags/tag7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45.2448031496064}"/>
</p:tagLst>
</file>

<file path=ppt/tags/tag7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45.2448031496064}"/>
</p:tagLst>
</file>

<file path=ppt/tags/tag7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015748031496}"/>
</p:tagLst>
</file>

<file path=ppt/tags/tag7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015748031496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WPS 演示</Application>
  <PresentationFormat>宽屏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Arial</vt:lpstr>
      <vt:lpstr>微软雅黑</vt:lpstr>
      <vt:lpstr>Arial Unicode MS</vt:lpstr>
      <vt:lpstr>Calibri</vt:lpstr>
      <vt:lpstr>WPS</vt:lpstr>
      <vt:lpstr>1_WPS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6</cp:revision>
  <dcterms:created xsi:type="dcterms:W3CDTF">2023-08-09T12:44:00Z</dcterms:created>
  <dcterms:modified xsi:type="dcterms:W3CDTF">2026-07-25T11:42:59Z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3A93F33CE1664212A45F1E626FD5E808_12</vt:lpwstr>
  </property>
</Properties>
</file>